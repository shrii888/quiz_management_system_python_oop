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2A5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548640"/>
            <a:ext cx="1828800" cy="1828800"/>
          </a:xfrm>
          <a:prstGeom prst="ellipse">
            <a:avLst/>
          </a:prstGeom>
          <a:solidFill>
            <a:srgbClr val="3668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2011680"/>
            <a:ext cx="1097280" cy="1097280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778240" y="4023360"/>
            <a:ext cx="2286000" cy="2286000"/>
          </a:xfrm>
          <a:prstGeom prst="ellipse">
            <a:avLst/>
          </a:prstGeom>
          <a:solidFill>
            <a:srgbClr val="263F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960120"/>
            <a:ext cx="78638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FB242"/>
                </a:solidFill>
                <a:latin typeface="Aptos"/>
              </a:defRPr>
            </a:pPr>
            <a:r>
              <a:t>PROJECT 06  •  PYTHON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804672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ptos"/>
              </a:defRPr>
            </a:pPr>
            <a:r>
              <a:t>Quiz Management</a:t>
            </a:r>
            <a:br/>
            <a:r>
              <a:t>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3337560"/>
            <a:ext cx="72237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0">
                <a:solidFill>
                  <a:srgbClr val="DCE4F2"/>
                </a:solidFill>
                <a:latin typeface="Aptos"/>
              </a:defRPr>
            </a:pPr>
            <a:r>
              <a:t>A beginner-friendly project using Object-Oriented Programming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9893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DCE4F2"/>
                </a:solidFill>
                <a:latin typeface="Aptos"/>
              </a:defRPr>
            </a:pPr>
            <a:r>
              <a:t>Created by Shrii  |  Python • OOP • JSON • Jupyter Notebook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1. What does the project do?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A simple application to conduct quizzes and keep a record of results.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3668C9"/>
                </a:solidFill>
                <a:latin typeface="Aptos"/>
              </a:defRPr>
            </a:pPr>
            <a:r>
              <a:t>SHOW QUESTIONS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2A3241"/>
                </a:solidFill>
                <a:latin typeface="Aptos"/>
              </a:defRPr>
            </a:pPr>
            <a:r>
              <a:t>Displays multiple-choice questions and answer options.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239691"/>
                </a:solidFill>
                <a:latin typeface="Aptos"/>
              </a:defRPr>
            </a:pPr>
            <a:r>
              <a:t>CHECK ANSWERS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69748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2A3241"/>
                </a:solidFill>
                <a:latin typeface="Aptos"/>
              </a:defRPr>
            </a:pPr>
            <a:r>
              <a:t>Checks the selected answer and awards marks.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33832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148840"/>
            <a:ext cx="2926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600" b="1">
                <a:solidFill>
                  <a:srgbClr val="EFB242"/>
                </a:solidFill>
                <a:latin typeface="Aptos"/>
              </a:defRPr>
            </a:pPr>
            <a:r>
              <a:t>SAVE RESULTS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697480"/>
            <a:ext cx="28803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0">
                <a:solidFill>
                  <a:srgbClr val="2A3241"/>
                </a:solidFill>
                <a:latin typeface="Aptos"/>
              </a:defRPr>
            </a:pPr>
            <a:r>
              <a:t>Stores scores and dates for future reference.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892040"/>
            <a:ext cx="1033272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000" b="1">
                <a:solidFill>
                  <a:srgbClr val="192A56"/>
                </a:solidFill>
                <a:latin typeface="Aptos"/>
              </a:defRPr>
            </a:pPr>
            <a:r>
              <a:t>Main goal: make quiz-taking simple while keeping questions and results saved.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2. Tools and project files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Each file has a clear purpose.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78308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8424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3668C9"/>
                </a:solidFill>
                <a:latin typeface="Aptos"/>
              </a:defRPr>
            </a:pPr>
            <a:r>
              <a:t>Jupyter Notebook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947672"/>
            <a:ext cx="6949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Where the Python code and classes are written.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10896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31012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239691"/>
                </a:solidFill>
                <a:latin typeface="Aptos"/>
              </a:defRPr>
            </a:pPr>
            <a:r>
              <a:t>questions.json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94760" y="3273552"/>
            <a:ext cx="6949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Stores the questions, options, and correct answers.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34840"/>
            <a:ext cx="1033272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636007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EFB242"/>
                </a:solidFill>
                <a:latin typeface="Aptos"/>
              </a:defRPr>
            </a:pPr>
            <a:r>
              <a:t>results.json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94760" y="4599431"/>
            <a:ext cx="69494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Stores quiz takers’ scores, percentages, and dates.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897880"/>
            <a:ext cx="10058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JSON files let the project keep data even after the notebook is closed.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3. How does OOP help?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The project is organized into classes with different responsibilities.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82880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3668C9"/>
                </a:solidFill>
                <a:latin typeface="Aptos"/>
              </a:defRPr>
            </a:pPr>
            <a:r>
              <a:t>Question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Stores one question, its options, and the correct answer.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0060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239691"/>
                </a:solidFill>
                <a:latin typeface="Aptos"/>
              </a:defRPr>
            </a:pPr>
            <a:r>
              <a:t>Quiz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Displays questions, checks answers, and calculates the score.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66760" y="1828800"/>
            <a:ext cx="3383280" cy="2560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0" y="2148840"/>
            <a:ext cx="2926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100" b="1">
                <a:solidFill>
                  <a:srgbClr val="192A56"/>
                </a:solidFill>
                <a:latin typeface="Aptos"/>
              </a:defRPr>
            </a:pPr>
            <a:r>
              <a:t>ResultManager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2788920"/>
            <a:ext cx="2880360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0">
                <a:solidFill>
                  <a:srgbClr val="2A3241"/>
                </a:solidFill>
                <a:latin typeface="Aptos"/>
              </a:defRPr>
            </a:pPr>
            <a:r>
              <a:t>Saves results and displays previous attempts.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07492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192A56"/>
                </a:solidFill>
                <a:latin typeface="Aptos"/>
              </a:defRPr>
            </a:pPr>
            <a:r>
              <a:t>A class is a blueprint; an object is a usable item created from that blueprint.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4. How the project 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The user journey from loading questions to viewing history.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05840" y="1984248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0116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72768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Load questions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2441448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Read questions.json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17720" y="1783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800600" y="1984248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00600" y="20116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7528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Start quiz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2441448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Show each question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17830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595360" y="1984248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95360" y="2011680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1984248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Answer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62288" y="2441448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Check selected option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7490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05840" y="3950207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05840" y="397763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72768" y="395020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Calculate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407407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Work out score and 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617720" y="37490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0600" y="3950207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00600" y="397763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67528" y="395020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Save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67528" y="4407407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Add result to results.json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0" y="3749039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95360" y="3950207"/>
            <a:ext cx="438912" cy="438912"/>
          </a:xfrm>
          <a:prstGeom prst="ellipse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95360" y="3977639"/>
            <a:ext cx="43891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62288" y="3950207"/>
            <a:ext cx="2331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Review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62288" y="4407407"/>
            <a:ext cx="233172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0">
                <a:solidFill>
                  <a:srgbClr val="647082"/>
                </a:solidFill>
                <a:latin typeface="Aptos"/>
              </a:defRPr>
            </a:pPr>
            <a:r>
              <a:t>View past attempts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5. How are records saved?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The project uses JSON files for simple, persistent storage.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4297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34440" y="21945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3668C9"/>
                </a:solidFill>
                <a:latin typeface="Aptos"/>
              </a:defRPr>
            </a:pPr>
            <a:r>
              <a:t>questions.json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92608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2A3241"/>
                </a:solidFill>
                <a:latin typeface="Aptos"/>
              </a:defRPr>
            </a:pPr>
            <a:r>
              <a:t>Question text</a:t>
            </a:r>
            <a:br/>
            <a:r>
              <a:t>Answer options</a:t>
            </a:r>
            <a:br/>
            <a:r>
              <a:t>Correct answer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874519"/>
            <a:ext cx="429768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E1E7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20840" y="2194560"/>
            <a:ext cx="365760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239691"/>
                </a:solidFill>
                <a:latin typeface="Aptos"/>
              </a:defRPr>
            </a:pPr>
            <a:r>
              <a:t>results.json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03720" y="2926080"/>
            <a:ext cx="33832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900" b="0">
                <a:solidFill>
                  <a:srgbClr val="2A3241"/>
                </a:solidFill>
                <a:latin typeface="Aptos"/>
              </a:defRPr>
            </a:pPr>
            <a:r>
              <a:t>Participant name</a:t>
            </a:r>
            <a:br/>
            <a:r>
              <a:t>Score and percentage</a:t>
            </a:r>
            <a:br/>
            <a:r>
              <a:t>Date 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2971800"/>
            <a:ext cx="914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3400" b="1">
                <a:solidFill>
                  <a:srgbClr val="EFB24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349240"/>
            <a:ext cx="100584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00" b="1">
                <a:solidFill>
                  <a:srgbClr val="192A56"/>
                </a:solidFill>
                <a:latin typeface="Aptos"/>
              </a:defRPr>
            </a:pPr>
            <a:r>
              <a:t>Existing results are loaded before a new attempt is added, helping keep earlier records.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6. What I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Core beginner Python concepts used in a practical project.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73736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Classes, objects, constructors, and methods</a:t>
            </a:r>
          </a:p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Lists and dictionaries to organize data</a:t>
            </a:r>
          </a:p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Loops and conditions to run the quiz</a:t>
            </a:r>
          </a:p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Functions to reuse common tasks</a:t>
            </a:r>
          </a:p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File handling and JSON to save and load records</a:t>
            </a:r>
          </a:p>
          <a:p>
            <a:pPr>
              <a:spcAft>
                <a:spcPts val="1300"/>
              </a:spcAft>
              <a:defRPr sz="2100">
                <a:solidFill>
                  <a:srgbClr val="2A3241"/>
                </a:solidFill>
                <a:latin typeface="Aptos"/>
              </a:defRPr>
            </a:pPr>
            <a:r>
              <a:t>Basic input validation and exception handling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881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2800" b="1">
                <a:solidFill>
                  <a:srgbClr val="192A56"/>
                </a:solidFill>
                <a:latin typeface="Aptos"/>
              </a:defRPr>
            </a:pPr>
            <a:r>
              <a:t>7. How to run it &amp; what’s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14400"/>
            <a:ext cx="10698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300" b="0">
                <a:solidFill>
                  <a:srgbClr val="647082"/>
                </a:solidFill>
                <a:latin typeface="Aptos"/>
              </a:defRPr>
            </a:pPr>
            <a:r>
              <a:t>A simple summary for someone reviewing the repository.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1005840" cy="54864"/>
          </a:xfrm>
          <a:prstGeom prst="rect">
            <a:avLst/>
          </a:prstGeom>
          <a:solidFill>
            <a:srgbClr val="23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57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647082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239691"/>
                </a:solidFill>
                <a:latin typeface="Aptos"/>
              </a:defRPr>
            </a:pPr>
            <a:r>
              <a:t>HOW TO 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240280"/>
            <a:ext cx="49377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Open the notebook in Jupyter.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Run cells in order from top to bottom.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Keep both JSON files in the notebook’s working folder.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Take the quiz, save a result, and view history.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737360"/>
            <a:ext cx="4663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800" b="1">
                <a:solidFill>
                  <a:srgbClr val="3668C9"/>
                </a:solidFill>
                <a:latin typeface="Aptos"/>
              </a:defRPr>
            </a:pPr>
            <a:r>
              <a:t>POSSIBLE FUTURE UPGRADES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240280"/>
            <a:ext cx="48920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Add quiz categories and difficulty levels.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Add a timer and answer explanations.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Allow editing or deleting questions.</a:t>
            </a:r>
          </a:p>
          <a:p>
            <a:pPr>
              <a:spcAft>
                <a:spcPts val="1100"/>
              </a:spcAft>
              <a:defRPr sz="1700">
                <a:solidFill>
                  <a:srgbClr val="2A3241"/>
                </a:solidFill>
                <a:latin typeface="Aptos"/>
              </a:defRPr>
            </a:pPr>
            <a:r>
              <a:t>Create a simple graphical interface.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5897880"/>
            <a:ext cx="10332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192A56"/>
                </a:solidFill>
                <a:latin typeface="Aptos"/>
              </a:defRPr>
            </a:pPr>
            <a:r>
              <a:t>Project 06 • Quiz Management System • Created by Shrii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